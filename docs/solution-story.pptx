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84" y="15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28426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6858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Agentic B2B</a:t>
            </a:r>
            <a:endParaRPr lang="en-US" sz="6400" dirty="0"/>
          </a:p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Order Intake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731520" y="411480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vendor-neutral, open-source reference prototype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aligned to the MACH Alliance Open Data Model.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686800" y="1280160"/>
            <a:ext cx="2743200" cy="713232"/>
          </a:xfrm>
          <a:prstGeom prst="rect">
            <a:avLst/>
          </a:prstGeom>
          <a:solidFill>
            <a:srgbClr val="1D4E7A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0" y="128016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686800" y="2176272"/>
            <a:ext cx="2743200" cy="713232"/>
          </a:xfrm>
          <a:prstGeom prst="rect">
            <a:avLst/>
          </a:prstGeom>
          <a:solidFill>
            <a:srgbClr val="132F4C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0" y="2176272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 Drop Folder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686800" y="3072384"/>
            <a:ext cx="2743200" cy="713232"/>
          </a:xfrm>
          <a:prstGeom prst="rect">
            <a:avLst/>
          </a:prstGeom>
          <a:solidFill>
            <a:srgbClr val="132F4C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0" y="3072384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686800" y="3968496"/>
            <a:ext cx="2743200" cy="713232"/>
          </a:xfrm>
          <a:prstGeom prst="rect">
            <a:avLst/>
          </a:prstGeom>
          <a:solidFill>
            <a:srgbClr val="132F4C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0" y="3968496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/ XLSX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686800" y="4864608"/>
            <a:ext cx="2743200" cy="713232"/>
          </a:xfrm>
          <a:prstGeom prst="rect">
            <a:avLst/>
          </a:prstGeom>
          <a:solidFill>
            <a:srgbClr val="132F4C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0" y="4864608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X12 850 EDI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B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Purchase orders arrive in every format imaginable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54864" cy="6858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32588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text emails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627632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Unstructured, inconsistent — every sender has their own format.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276856"/>
            <a:ext cx="54864" cy="6858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276856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attachments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578608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Machine-readable or scanned — you never know which until you open it.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227832"/>
            <a:ext cx="54864" cy="6858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227832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/ XLSX spreadsheets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3529584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names differ by buyer. Rows are missing. Totals don't add up.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4178808"/>
            <a:ext cx="54864" cy="6858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178808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X12 850 EDI files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4480560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Technically structured — but every trading partner maps fields differently.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5129784"/>
            <a:ext cx="54864" cy="6858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5129784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calls &amp; faxes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5431536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happening. Every one goes through a human, start to finish.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92240" y="1234440"/>
            <a:ext cx="5212080" cy="5349240"/>
          </a:xfrm>
          <a:prstGeom prst="rect">
            <a:avLst/>
          </a:prstGeom>
          <a:solidFill>
            <a:srgbClr val="0B1F33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675120" y="1389888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01968" y="1920240"/>
            <a:ext cx="5486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84848" y="192024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order is handled one at a time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784848" y="2276856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a person, from reading to re-keying.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601968" y="2944368"/>
            <a:ext cx="5486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84848" y="2944368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Possibility of errors enter at every re-keying step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784848" y="3300984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handoff from inbox to ERP introduces risk.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601968" y="3968496"/>
            <a:ext cx="5486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84848" y="3968496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Clarification emails delay everything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784848" y="432511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and forth before anything can move forward.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601968" y="4992624"/>
            <a:ext cx="5486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84848" y="4992624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time goes to intake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784848" y="534924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to customers. Not to growth.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B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pipeline. Every channel. Every format.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365760" y="1371600"/>
            <a:ext cx="2011680" cy="1920240"/>
          </a:xfrm>
          <a:prstGeom prst="rect">
            <a:avLst/>
          </a:prstGeom>
          <a:solidFill>
            <a:srgbClr val="0B1F33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65760" y="14173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1463040" cy="0"/>
          </a:xfrm>
          <a:prstGeom prst="line">
            <a:avLst/>
          </a:prstGeom>
          <a:noFill/>
          <a:ln w="6350">
            <a:solidFill>
              <a:srgbClr val="1D4E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2103120"/>
            <a:ext cx="201168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Normalises every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&amp; format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651760" y="1371600"/>
            <a:ext cx="2011680" cy="1920240"/>
          </a:xfrm>
          <a:prstGeom prst="rect">
            <a:avLst/>
          </a:prstGeom>
          <a:solidFill>
            <a:srgbClr val="0B1F33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651760" y="14173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926080" y="2011680"/>
            <a:ext cx="1463040" cy="0"/>
          </a:xfrm>
          <a:prstGeom prst="line">
            <a:avLst/>
          </a:prstGeom>
          <a:noFill/>
          <a:ln w="6350">
            <a:solidFill>
              <a:srgbClr val="1D4E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51760" y="2103120"/>
            <a:ext cx="201168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&amp; structures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data via AI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937760" y="1371600"/>
            <a:ext cx="2011680" cy="1920240"/>
          </a:xfrm>
          <a:prstGeom prst="rect">
            <a:avLst/>
          </a:prstGeom>
          <a:solidFill>
            <a:srgbClr val="0B1F33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937760" y="14173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212080" y="2011680"/>
            <a:ext cx="1463040" cy="0"/>
          </a:xfrm>
          <a:prstGeom prst="line">
            <a:avLst/>
          </a:prstGeom>
          <a:noFill/>
          <a:ln w="6350">
            <a:solidFill>
              <a:srgbClr val="1D4E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2103120"/>
            <a:ext cx="201168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rules,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SKU, customer, stock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223760" y="1371600"/>
            <a:ext cx="2011680" cy="1920240"/>
          </a:xfrm>
          <a:prstGeom prst="rect">
            <a:avLst/>
          </a:prstGeom>
          <a:solidFill>
            <a:srgbClr val="0B1F33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223760" y="14173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498080" y="2011680"/>
            <a:ext cx="1463040" cy="0"/>
          </a:xfrm>
          <a:prstGeom prst="line">
            <a:avLst/>
          </a:prstGeom>
          <a:noFill/>
          <a:ln w="6350">
            <a:solidFill>
              <a:srgbClr val="1D4E7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23760" y="2103120"/>
            <a:ext cx="201168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the outcome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reason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395728" y="2331720"/>
            <a:ext cx="256032" cy="0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81728" y="2331720"/>
            <a:ext cx="256032" cy="0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967728" y="2331720"/>
            <a:ext cx="256032" cy="0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646920" y="1371600"/>
            <a:ext cx="2194560" cy="420624"/>
          </a:xfrm>
          <a:prstGeom prst="rect">
            <a:avLst/>
          </a:prstGeom>
          <a:solidFill>
            <a:srgbClr val="16A34A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646920" y="1371600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to ERP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235440" y="1581912"/>
            <a:ext cx="411480" cy="0"/>
          </a:xfrm>
          <a:prstGeom prst="line">
            <a:avLst/>
          </a:prstGeom>
          <a:noFill/>
          <a:ln w="19050">
            <a:solidFill>
              <a:srgbClr val="16A34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646920" y="1883664"/>
            <a:ext cx="2194560" cy="420624"/>
          </a:xfrm>
          <a:prstGeom prst="rect">
            <a:avLst/>
          </a:prstGeom>
          <a:solidFill>
            <a:srgbClr val="EA580C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646920" y="1883664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Seek Clarification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235440" y="2093976"/>
            <a:ext cx="411480" cy="0"/>
          </a:xfrm>
          <a:prstGeom prst="line">
            <a:avLst/>
          </a:prstGeom>
          <a:noFill/>
          <a:ln w="19050">
            <a:solidFill>
              <a:srgbClr val="EA580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646920" y="2395728"/>
            <a:ext cx="2194560" cy="420624"/>
          </a:xfrm>
          <a:prstGeom prst="rect">
            <a:avLst/>
          </a:prstGeom>
          <a:solidFill>
            <a:srgbClr val="1D4ED8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9646920" y="239572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9235440" y="2606040"/>
            <a:ext cx="411480" cy="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646920" y="2907792"/>
            <a:ext cx="2194560" cy="420624"/>
          </a:xfrm>
          <a:prstGeom prst="rect">
            <a:avLst/>
          </a:prstGeom>
          <a:solidFill>
            <a:srgbClr val="DC2626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9646920" y="290779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9235440" y="3118104"/>
            <a:ext cx="411480" cy="0"/>
          </a:xfrm>
          <a:prstGeom prst="line">
            <a:avLst/>
          </a:prstGeom>
          <a:noFill/>
          <a:ln w="19050">
            <a:solidFill>
              <a:srgbClr val="DC262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235440" y="2331720"/>
            <a:ext cx="0" cy="0"/>
          </a:xfrm>
          <a:prstGeom prst="line">
            <a:avLst/>
          </a:prstGeom>
          <a:noFill/>
          <a:ln w="12700">
            <a:solidFill>
              <a:srgbClr val="0EA5E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7200" y="3657600"/>
            <a:ext cx="11247120" cy="960120"/>
          </a:xfrm>
          <a:prstGeom prst="rect">
            <a:avLst/>
          </a:prstGeom>
          <a:solidFill>
            <a:srgbClr val="F0F7FF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3657600"/>
            <a:ext cx="11247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does the reasoning.  </a:t>
            </a: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manages the flow.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457200" y="4800600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 channels: Email · EDI Drop Folder · (extensible to WhatsApp, Webform, API)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57200" y="5166360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types: Plain text · PDF · CSV · XLSX · X12 850 EDI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57200" y="649224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is MIT licensed. The pipeline uses the open-source library only, not LangGraph Platform.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B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order gets an answer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5349240" cy="2286000"/>
          </a:xfrm>
          <a:prstGeom prst="rect">
            <a:avLst/>
          </a:prstGeom>
          <a:solidFill>
            <a:srgbClr val="F8FAFC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234440"/>
            <a:ext cx="54864" cy="22860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99032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1371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A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Submit to ERP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621792" y="1901952"/>
            <a:ext cx="5074920" cy="1508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fields present. Customer and SKUs resolved. Confidence above threshold.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submitted to ERP as a draft — automatically, without human intervention.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080760" y="1234440"/>
            <a:ext cx="5349240" cy="2286000"/>
          </a:xfrm>
          <a:prstGeom prst="rect">
            <a:avLst/>
          </a:prstGeom>
          <a:solidFill>
            <a:srgbClr val="F8FAFC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080760" y="1234440"/>
            <a:ext cx="54864" cy="22860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1399032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766560" y="1371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A58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Seek Clarification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6245352" y="1901952"/>
            <a:ext cx="5074920" cy="1508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fields are missing, or the buyer's SKU doesn't match any catalogue entry.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 sent to the buyer listing exactly what's needed — including catalogue suggestions.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57200" y="3749040"/>
            <a:ext cx="5349240" cy="2286000"/>
          </a:xfrm>
          <a:prstGeom prst="rect">
            <a:avLst/>
          </a:prstGeom>
          <a:solidFill>
            <a:srgbClr val="F8FAFC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57200" y="3749040"/>
            <a:ext cx="54864" cy="22860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913632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143000" y="38862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D4E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Hand Off for Human Review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621792" y="4416552"/>
            <a:ext cx="5074920" cy="1508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has identified the order but can't fully resolve a key field — customer identity, SKU, or stock availability.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sees the candidates and makes the call.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6080760" y="3749040"/>
            <a:ext cx="5349240" cy="2286000"/>
          </a:xfrm>
          <a:prstGeom prst="rect">
            <a:avLst/>
          </a:prstGeom>
          <a:solidFill>
            <a:srgbClr val="F8FAFC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080760" y="3749040"/>
            <a:ext cx="54864" cy="22860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3640" y="3913632"/>
            <a:ext cx="411480" cy="41148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766560" y="38862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Reject</a:t>
            </a:r>
            <a:endParaRPr lang="en-US" sz="1700" dirty="0"/>
          </a:p>
        </p:txBody>
      </p:sp>
      <p:sp>
        <p:nvSpPr>
          <p:cNvPr id="22" name="Text 16"/>
          <p:cNvSpPr/>
          <p:nvPr/>
        </p:nvSpPr>
        <p:spPr>
          <a:xfrm>
            <a:off x="6245352" y="4416552"/>
            <a:ext cx="5074920" cy="1508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Spam, phishing, duplicate PO, or an order the agent cannot relate to a known buyer after a full lookup cascade.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Logged to the audit trail. No reply sent.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457200" y="649224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decides and explains. Operators supervise — they don't process.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Operators observe — they don't process</a:t>
            </a:r>
            <a:endParaRPr lang="en-US" sz="3200" dirty="0"/>
          </a:p>
        </p:txBody>
      </p:sp>
      <p:pic>
        <p:nvPicPr>
          <p:cNvPr id="74" name="Picture 73">
            <a:extLst>
              <a:ext uri="{FF2B5EF4-FFF2-40B4-BE49-F238E27FC236}">
                <a16:creationId xmlns:a16="http://schemas.microsoft.com/office/drawing/2014/main" id="{66A31973-DFAA-D977-A05D-17AB819DA0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846" y="1379057"/>
            <a:ext cx="11840308" cy="446098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B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component is swappable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560320" y="11887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(demo)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212080" y="11887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for production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692640" y="11887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.env variable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1124712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554480"/>
            <a:ext cx="11247120" cy="804672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60020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System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560320" y="16002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Stub (local)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212080" y="160020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· NetSuite · Dynamics 365 · Oracle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646920" y="1636776"/>
            <a:ext cx="1965960" cy="292608"/>
          </a:xfrm>
          <a:prstGeom prst="rect">
            <a:avLst/>
          </a:prstGeom>
          <a:solidFill>
            <a:srgbClr val="132F4C"/>
          </a:solidFill>
          <a:ln/>
        </p:spPr>
      </p:sp>
      <p:sp>
        <p:nvSpPr>
          <p:cNvPr id="13" name="Text 11"/>
          <p:cNvSpPr/>
          <p:nvPr/>
        </p:nvSpPr>
        <p:spPr>
          <a:xfrm>
            <a:off x="9646920" y="1636776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ERP_ADAPTER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468880"/>
            <a:ext cx="11247120" cy="80467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51460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Extraction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560320" y="25146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(Anthropic)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212080" y="251460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LLM via LangChain (GPT-4, Gemini...)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646920" y="2551176"/>
            <a:ext cx="1965960" cy="292608"/>
          </a:xfrm>
          <a:prstGeom prst="rect">
            <a:avLst/>
          </a:prstGeom>
          <a:solidFill>
            <a:srgbClr val="132F4C"/>
          </a:solidFill>
          <a:ln/>
        </p:spPr>
      </p:sp>
      <p:sp>
        <p:nvSpPr>
          <p:cNvPr id="19" name="Text 17"/>
          <p:cNvSpPr/>
          <p:nvPr/>
        </p:nvSpPr>
        <p:spPr>
          <a:xfrm>
            <a:off x="9646920" y="2551176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EXTRACTION_PROVIDER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3383280"/>
            <a:ext cx="11247120" cy="804672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42900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Lookup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560320" y="34290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file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212080" y="342900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· HubSpot · any CRM or database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646920" y="3465576"/>
            <a:ext cx="1965960" cy="292608"/>
          </a:xfrm>
          <a:prstGeom prst="rect">
            <a:avLst/>
          </a:prstGeom>
          <a:solidFill>
            <a:srgbClr val="132F4C"/>
          </a:solidFill>
          <a:ln/>
        </p:spPr>
      </p:sp>
      <p:sp>
        <p:nvSpPr>
          <p:cNvPr id="25" name="Text 23"/>
          <p:cNvSpPr/>
          <p:nvPr/>
        </p:nvSpPr>
        <p:spPr>
          <a:xfrm>
            <a:off x="9646920" y="3465576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CUSTOMER_LOOKUP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4297680"/>
            <a:ext cx="11247120" cy="80467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434340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Delivery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2560320" y="43434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Mailpit (local)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212080" y="434340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SendGrid · AWS SES · Postmark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9646920" y="4379976"/>
            <a:ext cx="1965960" cy="292608"/>
          </a:xfrm>
          <a:prstGeom prst="rect">
            <a:avLst/>
          </a:prstGeom>
          <a:solidFill>
            <a:srgbClr val="132F4C"/>
          </a:solidFill>
          <a:ln/>
        </p:spPr>
      </p:sp>
      <p:sp>
        <p:nvSpPr>
          <p:cNvPr id="31" name="Text 29"/>
          <p:cNvSpPr/>
          <p:nvPr/>
        </p:nvSpPr>
        <p:spPr>
          <a:xfrm>
            <a:off x="9646920" y="4379976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EMAIL_PROVIDER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57200" y="5212080"/>
            <a:ext cx="11247120" cy="804672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525780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&amp; Audit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2560320" y="52578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212080" y="525780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Datadog · CloudWatch · Splunk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9646920" y="5294376"/>
            <a:ext cx="1965960" cy="292608"/>
          </a:xfrm>
          <a:prstGeom prst="rect">
            <a:avLst/>
          </a:prstGeom>
          <a:solidFill>
            <a:srgbClr val="132F4C"/>
          </a:solidFill>
          <a:ln/>
        </p:spPr>
      </p:sp>
      <p:sp>
        <p:nvSpPr>
          <p:cNvPr id="37" name="Text 35"/>
          <p:cNvSpPr/>
          <p:nvPr/>
        </p:nvSpPr>
        <p:spPr>
          <a:xfrm>
            <a:off x="9646920" y="5294376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LOGGING_ADAPTER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57200" y="6355080"/>
            <a:ext cx="11247120" cy="384048"/>
          </a:xfrm>
          <a:prstGeom prst="rect">
            <a:avLst/>
          </a:prstGeom>
          <a:solidFill>
            <a:srgbClr val="F0F7FF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6355080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never changes. Only the adapters.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Clone it. Run it. Own it.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731520" y="1600200"/>
            <a:ext cx="4572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0EA5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30–60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731520" y="338328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 to a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demo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44348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need: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4892040"/>
            <a:ext cx="201168" cy="201168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4128" y="48646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Desktop or Docker Engine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5394960"/>
            <a:ext cx="201168" cy="201168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4128" y="5367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Anthropic API key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0" y="1486680"/>
            <a:ext cx="5303520" cy="1512000"/>
          </a:xfrm>
          <a:prstGeom prst="rect">
            <a:avLst/>
          </a:prstGeom>
          <a:solidFill>
            <a:srgbClr val="1D4E7A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37960" y="132588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MIT Licensed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37960" y="192024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is free to use, modify, and distribute.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lock-in. No royalties.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0" y="3234132"/>
            <a:ext cx="5303520" cy="1512000"/>
          </a:xfrm>
          <a:prstGeom prst="rect">
            <a:avLst/>
          </a:prstGeom>
          <a:solidFill>
            <a:srgbClr val="0369A1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37960" y="3136392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CC BY 4.0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537960" y="3730752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sample data and non-code assets.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Attributed, shareable, remixable.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0" y="4918524"/>
            <a:ext cx="5303520" cy="1512000"/>
          </a:xfrm>
          <a:prstGeom prst="rect">
            <a:avLst/>
          </a:prstGeom>
          <a:solidFill>
            <a:srgbClr val="132F4C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537960" y="4946904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MACH Alliance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 Data Model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537960" y="5541264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Order, Customer, Inventory, Address entities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aligned to the MACH ODM standard.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→ docker compose up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B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prototype is the foundation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capability below is a new adapter on the same pipeline — not a rewrite.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5486400" cy="347472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4592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Near-term additions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66928" y="2157984"/>
            <a:ext cx="182880" cy="182880"/>
          </a:xfrm>
          <a:prstGeom prst="ellips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208483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Acknowledgement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41248" y="2340864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Auto-confirm to buyer on ERP submission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66928" y="2743200"/>
            <a:ext cx="182880" cy="182880"/>
          </a:xfrm>
          <a:prstGeom prst="ellips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267004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Validation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41248" y="2926080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orders where submitted price differs from contract pricing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66928" y="3328416"/>
            <a:ext cx="182880" cy="182880"/>
          </a:xfrm>
          <a:prstGeom prst="ellips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" y="325526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Order Quantities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41248" y="351129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line quantities against per-SKU MOQ rules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66928" y="3913632"/>
            <a:ext cx="182880" cy="182880"/>
          </a:xfrm>
          <a:prstGeom prst="ellips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" y="384048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Preferred Substitutions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41248" y="4096512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 replacement SKUs when items are inactive or out of stock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66928" y="4498848"/>
            <a:ext cx="182880" cy="182880"/>
          </a:xfrm>
          <a:prstGeom prst="ellips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442569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Fulfillment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41248" y="4681728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 shipping available stock, backorder the rest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66928" y="5084064"/>
            <a:ext cx="182880" cy="182880"/>
          </a:xfrm>
          <a:prstGeom prst="ellips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1248" y="501091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Credit Check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41248" y="5266944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credit status before submitting to ERP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66928" y="5669280"/>
            <a:ext cx="182880" cy="182880"/>
          </a:xfrm>
          <a:prstGeom prst="ellips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1248" y="559612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Splitting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41248" y="5852160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passing lines now; hold problem lines for review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263640" y="1645920"/>
            <a:ext cx="5486400" cy="347472"/>
          </a:xfrm>
          <a:prstGeom prst="rect">
            <a:avLst/>
          </a:prstGeom>
          <a:solidFill>
            <a:srgbClr val="1D4E7A"/>
          </a:solidFill>
          <a:ln w="12700">
            <a:solidFill>
              <a:srgbClr val="1D4E7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63640" y="164592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roadmap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373368" y="2157984"/>
            <a:ext cx="182880" cy="182880"/>
          </a:xfrm>
          <a:prstGeom prst="ellipse">
            <a:avLst/>
          </a:prstGeom>
          <a:solidFill>
            <a:srgbClr val="1D4E7A"/>
          </a:solidFill>
          <a:ln w="12700">
            <a:solidFill>
              <a:srgbClr val="1D4E7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47688" y="208483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Support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647688" y="2340864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handles French, Spanish, German orders natively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373368" y="2743200"/>
            <a:ext cx="182880" cy="182880"/>
          </a:xfrm>
          <a:prstGeom prst="ellipse">
            <a:avLst/>
          </a:prstGeom>
          <a:solidFill>
            <a:srgbClr val="1D4E7A"/>
          </a:solidFill>
          <a:ln w="12700">
            <a:solidFill>
              <a:srgbClr val="1D4E7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47688" y="267004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/ SMS Channel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647688" y="2926080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channel adapter — same pipeline, new inbound path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373368" y="3328416"/>
            <a:ext cx="182880" cy="182880"/>
          </a:xfrm>
          <a:prstGeom prst="ellipse">
            <a:avLst/>
          </a:prstGeom>
          <a:solidFill>
            <a:srgbClr val="1D4E7A"/>
          </a:solidFill>
          <a:ln w="12700">
            <a:solidFill>
              <a:srgbClr val="1D4E7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47688" y="325526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Channel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647688" y="351129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endpoint for ERP-to-ERP direct order submission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373368" y="3913632"/>
            <a:ext cx="182880" cy="182880"/>
          </a:xfrm>
          <a:prstGeom prst="ellipse">
            <a:avLst/>
          </a:prstGeom>
          <a:solidFill>
            <a:srgbClr val="1D4E7A"/>
          </a:solidFill>
          <a:ln w="12700">
            <a:solidFill>
              <a:srgbClr val="1D4E7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647688" y="384048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Inventory Sync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647688" y="4096512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inventory adapter replaces the static seed data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373368" y="4498848"/>
            <a:ext cx="182880" cy="182880"/>
          </a:xfrm>
          <a:prstGeom prst="ellipse">
            <a:avLst/>
          </a:prstGeom>
          <a:solidFill>
            <a:srgbClr val="1D4E7A"/>
          </a:solidFill>
          <a:ln w="12700">
            <a:solidFill>
              <a:srgbClr val="1D4E7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647688" y="442569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Order Learning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647688" y="4681728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operator decisions improve future AI resolution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373368" y="5084064"/>
            <a:ext cx="182880" cy="182880"/>
          </a:xfrm>
          <a:prstGeom prst="ellipse">
            <a:avLst/>
          </a:prstGeom>
          <a:solidFill>
            <a:srgbClr val="1D4E7A"/>
          </a:solidFill>
          <a:ln w="12700">
            <a:solidFill>
              <a:srgbClr val="1D4E7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647688" y="501091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 Webhooks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647688" y="5266944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 downstream systems on every terminal outcome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373368" y="5669280"/>
            <a:ext cx="182880" cy="182880"/>
          </a:xfrm>
          <a:prstGeom prst="ellipse">
            <a:avLst/>
          </a:prstGeom>
          <a:solidFill>
            <a:srgbClr val="1D4E7A"/>
          </a:solidFill>
          <a:ln w="12700">
            <a:solidFill>
              <a:srgbClr val="1D4E7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647688" y="559612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6647688" y="5852160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confidence trends, resolution accuracy, volume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Get started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731520" y="1417320"/>
            <a:ext cx="10698480" cy="749808"/>
          </a:xfrm>
          <a:prstGeom prst="rect">
            <a:avLst/>
          </a:prstGeom>
          <a:solidFill>
            <a:srgbClr val="132F4C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17320"/>
            <a:ext cx="10698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github.com/machalliance/solution-studio-b2b-order-intake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2423160"/>
            <a:ext cx="3474720" cy="2194560"/>
          </a:xfrm>
          <a:prstGeom prst="rect">
            <a:avLst/>
          </a:prstGeom>
          <a:solidFill>
            <a:srgbClr val="132F4C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246888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0EA5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868680" y="327355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the repo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370332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clone the repository to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local machine or server.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26280" y="2423160"/>
            <a:ext cx="3474720" cy="2194560"/>
          </a:xfrm>
          <a:prstGeom prst="rect">
            <a:avLst/>
          </a:prstGeom>
          <a:solidFill>
            <a:srgbClr val="132F4C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26280" y="246888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0EA5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4663440" y="327355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API key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63440" y="370332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.env.example to .env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add your Anthropic API key.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321040" y="2423160"/>
            <a:ext cx="3474720" cy="2194560"/>
          </a:xfrm>
          <a:prstGeom prst="rect">
            <a:avLst/>
          </a:prstGeom>
          <a:solidFill>
            <a:srgbClr val="132F4C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321040" y="246888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0EA5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5200" dirty="0"/>
          </a:p>
        </p:txBody>
      </p:sp>
      <p:sp>
        <p:nvSpPr>
          <p:cNvPr id="15" name="Text 13"/>
          <p:cNvSpPr/>
          <p:nvPr/>
        </p:nvSpPr>
        <p:spPr>
          <a:xfrm>
            <a:off x="8458200" y="327355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up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458200" y="370332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five services start.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to localhost:3000.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1520" y="484632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first: drop corpus/edi/order-001-valid.csv into edi-inbox/ and watch the Live Feed.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514</TotalTime>
  <Words>895</Words>
  <Application>Microsoft Office PowerPoint</Application>
  <PresentationFormat>Widescreen</PresentationFormat>
  <Paragraphs>169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B2B Order Intake — Solution Story</dc:title>
  <dc:subject>PptxGenJS Presentation</dc:subject>
  <dc:creator>PptxGenJS</dc:creator>
  <cp:lastModifiedBy>Scott Trafford</cp:lastModifiedBy>
  <cp:revision>4</cp:revision>
  <dcterms:created xsi:type="dcterms:W3CDTF">2026-05-29T13:08:58Z</dcterms:created>
  <dcterms:modified xsi:type="dcterms:W3CDTF">2026-05-29T21:48:41Z</dcterms:modified>
</cp:coreProperties>
</file>